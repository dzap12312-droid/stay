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743200"/>
          </a:xfrm>
          <a:prstGeom prst="rect">
            <a:avLst/>
          </a:prstGeom>
          <a:solidFill>
            <a:srgbClr val="13232F"/>
          </a:solidFill>
          <a:ln/>
        </p:spPr>
      </p:sp>
      <p:sp>
        <p:nvSpPr>
          <p:cNvPr id="3" name="Shape 1"/>
          <p:cNvSpPr/>
          <p:nvPr/>
        </p:nvSpPr>
        <p:spPr>
          <a:xfrm>
            <a:off x="5550408" y="-822960"/>
            <a:ext cx="2743200" cy="2743200"/>
          </a:xfrm>
          <a:prstGeom prst="ellipse">
            <a:avLst/>
          </a:prstGeom>
          <a:solidFill>
            <a:srgbClr val="1D303E"/>
          </a:solidFill>
          <a:ln/>
        </p:spPr>
      </p:sp>
      <p:sp>
        <p:nvSpPr>
          <p:cNvPr id="4" name="Shape 2"/>
          <p:cNvSpPr/>
          <p:nvPr/>
        </p:nvSpPr>
        <p:spPr>
          <a:xfrm>
            <a:off x="6080760" y="475488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722376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라면공장 주말청소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14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 3원칙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시작 전, 이 판을 보고 세 가지를 소리 내어 확인합니다.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762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만드는 라면, 내 가족이 먹는다는 마음으로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6464808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182112"/>
            <a:ext cx="768096" cy="76809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3741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16168" y="3099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3191256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깨끗이 씻기</a:t>
            </a:r>
            <a:endParaRPr lang="en-US" sz="2300" dirty="0"/>
          </a:p>
        </p:txBody>
      </p:sp>
      <p:sp>
        <p:nvSpPr>
          <p:cNvPr id="15" name="Text 11"/>
          <p:cNvSpPr txBox="1"/>
          <p:nvPr/>
        </p:nvSpPr>
        <p:spPr>
          <a:xfrm>
            <a:off x="1828800" y="363016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거품으로 30초 이상 · 흐르는 물에 헹구고 완전히 건조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270248"/>
            <a:ext cx="6464808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480560"/>
            <a:ext cx="768096" cy="76809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67258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16168" y="4398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448970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머리카락 단정히</a:t>
            </a:r>
            <a:endParaRPr lang="en-US" sz="230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4928616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머리는 묶어서 노출 없이 · 청소 중 머리·얼굴 만지지 않기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568696"/>
            <a:ext cx="6464808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1248" y="5779008"/>
            <a:ext cx="768096" cy="76809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9710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916168" y="5696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1828800" y="5788152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이물 흘리지 않기</a:t>
            </a:r>
            <a:endParaRPr lang="en-US" sz="2300" dirty="0"/>
          </a:p>
        </p:txBody>
      </p:sp>
      <p:sp>
        <p:nvSpPr>
          <p:cNvPr id="27" name="Text 21"/>
          <p:cNvSpPr txBox="1"/>
          <p:nvPr/>
        </p:nvSpPr>
        <p:spPr>
          <a:xfrm>
            <a:off x="1828800" y="6227064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장갑·걸레·수세미 조각, 공구, 개인물품이 라인에 남지 않게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96772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순서 원칙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48640" y="7296912"/>
            <a:ext cx="2033016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48640" y="7296912"/>
            <a:ext cx="2033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→ 아래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2764536" y="7296912"/>
            <a:ext cx="2033016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2764536" y="7296912"/>
            <a:ext cx="2033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청결구역 → 오염구역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980432" y="7296912"/>
            <a:ext cx="2033016" cy="548640"/>
          </a:xfrm>
          <a:prstGeom prst="roundRect">
            <a:avLst>
              <a:gd name="adj" fmla="val 83333"/>
            </a:avLst>
          </a:prstGeom>
          <a:solidFill>
            <a:srgbClr val="BF3A20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4980432" y="7296912"/>
            <a:ext cx="2033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배수구는 맨 마지막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7882128"/>
            <a:ext cx="6464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전원차단 · 잠금   ② 제품 · 포장재 반출   ③ 건식 제거(진공 · 쓸기)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예비세척(저압)   ⑤ 세제 도포 + 접촉시간   ⑥ 브러싱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B07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헹굼 · 물기 제거   ⑧ 살균 후 건조   ⑨ 이물점검 · 금속검출기 감도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48640" y="8522208"/>
            <a:ext cx="6464808" cy="731520"/>
          </a:xfrm>
          <a:prstGeom prst="roundRect">
            <a:avLst>
              <a:gd name="adj" fmla="val 12500"/>
            </a:avLst>
          </a:prstGeom>
          <a:solidFill>
            <a:srgbClr val="BF3A20"/>
          </a:solidFill>
          <a:ln/>
          <a:effectLst>
            <a:outerShdw sx="100000" sy="100000" kx="0" ky="0" algn="bl" rotWithShape="0" blurRad="177800" dist="25400" dir="5400000">
              <a:srgbClr val="13232F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68096" y="86959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8796528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298448" y="8641080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세제는 지정된 것만 · 절대 섞지 않기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1298448" y="8906256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염소계 + 산성 = 유해가스 발생 · 정해진 농도로만 희석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48640" y="9345168"/>
            <a:ext cx="6464808" cy="731520"/>
          </a:xfrm>
          <a:prstGeom prst="roundRect">
            <a:avLst>
              <a:gd name="adj" fmla="val 12500"/>
            </a:avLst>
          </a:prstGeom>
          <a:solidFill>
            <a:srgbClr val="13232F"/>
          </a:solidFill>
          <a:ln/>
          <a:effectLst>
            <a:outerShdw sx="100000" sy="100000" kx="0" ky="0" algn="bl" rotWithShape="0" blurRad="177800" dist="25400" dir="5400000">
              <a:srgbClr val="13232F">
                <a:alpha val="14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68096" y="9518904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9619488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298448" y="9464040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몸이 안 좋으면 청소 전에 알리기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1298448" y="9729216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설사 · 복통 · 발열 · 구토 · 화농성 상처 → 담당자에게 신고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10222992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위생관리팀 · 매주 주말청소 직전 5분 교육 실시 · 게시물 훼손 시 담당자에게 알려주세요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청소 전 위생 3원칙 (현장 게시용)</dc:title>
  <dc:subject>PptxGenJS Presentation</dc:subject>
  <dc:creator>PptxGenJS</dc:creator>
  <cp:lastModifiedBy>PptxGenJS</cp:lastModifiedBy>
  <cp:revision>1</cp:revision>
  <dcterms:created xsi:type="dcterms:W3CDTF">2026-09-18T04:51:19Z</dcterms:created>
  <dcterms:modified xsi:type="dcterms:W3CDTF">2026-09-18T04:51:19Z</dcterms:modified>
</cp:coreProperties>
</file>